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Loan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Business Intelligence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loan portfolio performance, borrower behavior, funding trends, repayment performance, and lending risk using Power BI and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501445"/>
            <a:ext cx="8229600" cy="1622321"/>
          </a:xfrm>
        </p:spPr>
        <p:txBody>
          <a:bodyPr/>
          <a:lstStyle/>
          <a:p>
            <a:r>
              <a:rPr dirty="0"/>
              <a:t>Executive Summary Dashboard</a:t>
            </a:r>
          </a:p>
        </p:txBody>
      </p:sp>
      <p:pic>
        <p:nvPicPr>
          <p:cNvPr id="3" name="Picture 2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1" y="776748"/>
            <a:ext cx="9037929" cy="5175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5806"/>
            <a:ext cx="8229600" cy="1238864"/>
          </a:xfrm>
        </p:spPr>
        <p:txBody>
          <a:bodyPr/>
          <a:lstStyle/>
          <a:p>
            <a:r>
              <a:rPr dirty="0"/>
              <a:t>Portfolio Overview Dashboard</a:t>
            </a:r>
          </a:p>
        </p:txBody>
      </p:sp>
      <p:pic>
        <p:nvPicPr>
          <p:cNvPr id="3" name="Picture 2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891902"/>
            <a:ext cx="8849031" cy="5086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22960"/>
          </a:xfrm>
        </p:spPr>
        <p:txBody>
          <a:bodyPr/>
          <a:lstStyle/>
          <a:p>
            <a:r>
              <a:rPr dirty="0"/>
              <a:t>Loan Details Dashboard</a:t>
            </a:r>
          </a:p>
        </p:txBody>
      </p:sp>
      <p:pic>
        <p:nvPicPr>
          <p:cNvPr id="3" name="Picture 2" descr="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0"/>
            <a:ext cx="9055510" cy="4948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38.6K loan applications</a:t>
            </a:r>
          </a:p>
          <a:p>
            <a:r>
              <a:t>• $435.8M funded amount</a:t>
            </a:r>
          </a:p>
          <a:p>
            <a:r>
              <a:t>• $473.1M amount received</a:t>
            </a:r>
          </a:p>
          <a:p>
            <a:r>
              <a:t>• 86.2% Good Loans</a:t>
            </a:r>
          </a:p>
          <a:p>
            <a:r>
              <a:t>• 13.8% Bad Loans</a:t>
            </a:r>
          </a:p>
          <a:p>
            <a:r>
              <a:t>• Debt Consolidation is the largest loan purpose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Strengthen risk assessment for high-risk loans</a:t>
            </a:r>
          </a:p>
          <a:p>
            <a:r>
              <a:t>• Optimize lending strategy using DTI and interest rate trends</a:t>
            </a:r>
          </a:p>
          <a:p>
            <a:r>
              <a:t>• Focus on profitable customer segments</a:t>
            </a:r>
          </a:p>
          <a:p>
            <a:r>
              <a:t>• Monitor bad-loan categories proactively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BI, SQL, CSV Data, DAX Measures, Data Modeling, Dashboard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123</Words>
  <Application>Microsoft Office PowerPoint</Application>
  <PresentationFormat>On-screen Show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Bank Loan Analysis Dashboard</vt:lpstr>
      <vt:lpstr>Business Objective</vt:lpstr>
      <vt:lpstr>Executive Summary Dashboard</vt:lpstr>
      <vt:lpstr>Portfolio Overview Dashboard</vt:lpstr>
      <vt:lpstr>Loan Details Dashboard</vt:lpstr>
      <vt:lpstr>Key Insights</vt:lpstr>
      <vt:lpstr>Recommendations</vt:lpstr>
      <vt:lpstr>Technology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Khanna</cp:lastModifiedBy>
  <cp:revision>2</cp:revision>
  <dcterms:created xsi:type="dcterms:W3CDTF">2013-01-27T09:14:16Z</dcterms:created>
  <dcterms:modified xsi:type="dcterms:W3CDTF">2026-06-18T09:57:28Z</dcterms:modified>
  <cp:category/>
</cp:coreProperties>
</file>